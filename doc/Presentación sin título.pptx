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725b38b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725b38b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725b38b7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725b38b7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725b38b7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725b38b7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725b38b7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725b38b7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725b38b7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725b38b7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4550" y="-261700"/>
            <a:ext cx="9952500" cy="540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397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8050" y="-37325"/>
            <a:ext cx="9855399" cy="52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